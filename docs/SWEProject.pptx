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3d3cc26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3d3cc26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Jackie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3d3cc26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3d3cc26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Matti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d3d3cc26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d3d3cc26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d3d3cc26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d3d3cc26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Jackie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d3d3cc26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d3d3cc26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Matti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d3d3cc26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d3d3cc26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Matti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d3d3cc26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d3d3cc26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Jackie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d3d3cc26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d3d3cc26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Matti UI/Domain Logic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Jackie Technical Services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d3d3cc26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d3d3cc26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d3d3cc26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d3d3cc26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d3d3cc26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d3d3cc26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d3d3cc26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d3d3cc26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 Quality App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Matti &amp; Jackie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 730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Fall Semester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Sustainability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-Real time data of air quality in New Hampshire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-Data acquired from Google Maps for pollen and air quality information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2">
                <a:solidFill>
                  <a:schemeClr val="dk1"/>
                </a:solidFill>
              </a:rPr>
              <a:t>Use Case 1:</a:t>
            </a:r>
            <a:endParaRPr b="1" sz="11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987">
                <a:solidFill>
                  <a:schemeClr val="dk1"/>
                </a:solidFill>
              </a:rPr>
              <a:t>Saving allergen profiles to keep track of personal allergen information which will be used in the API requests</a:t>
            </a:r>
            <a:endParaRPr b="1" sz="9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4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2">
                <a:solidFill>
                  <a:schemeClr val="dk1"/>
                </a:solidFill>
              </a:rPr>
              <a:t>Use Case 2:</a:t>
            </a:r>
            <a:endParaRPr b="1" sz="11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987">
                <a:solidFill>
                  <a:schemeClr val="dk1"/>
                </a:solidFill>
              </a:rPr>
              <a:t>Creating a new user profile with their information saved</a:t>
            </a:r>
            <a:endParaRPr b="1" sz="9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4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2">
                <a:solidFill>
                  <a:schemeClr val="dk1"/>
                </a:solidFill>
              </a:rPr>
              <a:t>Use Case 3:</a:t>
            </a:r>
            <a:endParaRPr b="1" sz="11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987">
                <a:solidFill>
                  <a:schemeClr val="dk1"/>
                </a:solidFill>
              </a:rPr>
              <a:t>Viewing personalized reports that highlight allergens matching a user’s saved profile using the saved allergen profiles and the API request wrapper</a:t>
            </a:r>
            <a:endParaRPr b="1" sz="9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4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2">
                <a:solidFill>
                  <a:schemeClr val="dk1"/>
                </a:solidFill>
              </a:rPr>
              <a:t>Use Case 4:</a:t>
            </a:r>
            <a:endParaRPr b="1" sz="11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987">
                <a:solidFill>
                  <a:schemeClr val="dk1"/>
                </a:solidFill>
              </a:rPr>
              <a:t>User's reports are saved so they are not lost upon restart</a:t>
            </a:r>
            <a:endParaRPr b="1" sz="98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42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42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Scenario</a:t>
            </a:r>
            <a:r>
              <a:rPr lang="en"/>
              <a:t>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440"/>
              <a:buNone/>
            </a:pPr>
            <a:r>
              <a:rPr b="1" lang="en" sz="1420">
                <a:solidFill>
                  <a:schemeClr val="dk1"/>
                </a:solidFill>
              </a:rPr>
              <a:t>Use Case 1:</a:t>
            </a:r>
            <a:endParaRPr b="1" sz="14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340">
                <a:solidFill>
                  <a:schemeClr val="dk1"/>
                </a:solidFill>
              </a:rPr>
              <a:t>Saving allergen profiles to keep track of personal allergen information which will be used in the API requests</a:t>
            </a:r>
            <a:endParaRPr b="1" sz="13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340">
                <a:solidFill>
                  <a:schemeClr val="dk1"/>
                </a:solidFill>
              </a:rPr>
              <a:t>User logs in with their name</a:t>
            </a:r>
            <a:endParaRPr sz="13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340">
                <a:solidFill>
                  <a:schemeClr val="dk1"/>
                </a:solidFill>
              </a:rPr>
              <a:t>User inputs any allergies they want to add</a:t>
            </a:r>
            <a:endParaRPr sz="13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340">
                <a:solidFill>
                  <a:schemeClr val="dk1"/>
                </a:solidFill>
              </a:rPr>
              <a:t>System saves it to a CSV file</a:t>
            </a:r>
            <a:endParaRPr sz="13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6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62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Scenarios cont.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1420">
                <a:solidFill>
                  <a:schemeClr val="dk1"/>
                </a:solidFill>
              </a:rPr>
              <a:t>Use Case 3:</a:t>
            </a:r>
            <a:endParaRPr b="1" sz="14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lang="en" sz="1340">
                <a:solidFill>
                  <a:schemeClr val="dk1"/>
                </a:solidFill>
              </a:rPr>
              <a:t>Viewing personalized reports that highlight allergens matching a user’s saved profile using the saved allergen profiles and the API request wrapper</a:t>
            </a:r>
            <a:endParaRPr b="1" sz="13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en" sz="1340">
                <a:solidFill>
                  <a:schemeClr val="dk1"/>
                </a:solidFill>
              </a:rPr>
              <a:t>User logs in by inputting name</a:t>
            </a:r>
            <a:endParaRPr sz="13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en" sz="1340">
                <a:solidFill>
                  <a:schemeClr val="dk1"/>
                </a:solidFill>
              </a:rPr>
              <a:t>User selects location</a:t>
            </a:r>
            <a:endParaRPr sz="13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en" sz="1340">
                <a:solidFill>
                  <a:schemeClr val="dk1"/>
                </a:solidFill>
              </a:rPr>
              <a:t>User requests report</a:t>
            </a:r>
            <a:endParaRPr sz="13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en" sz="1340">
                <a:solidFill>
                  <a:schemeClr val="dk1"/>
                </a:solidFill>
              </a:rPr>
              <a:t>System displays report information</a:t>
            </a: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 Model</a:t>
            </a:r>
            <a:endParaRPr/>
          </a:p>
        </p:txBody>
      </p:sp>
      <p:pic>
        <p:nvPicPr>
          <p:cNvPr id="85" name="Google Shape;85;p18" title="image_2025-12-06_1801336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050" y="1106750"/>
            <a:ext cx="566254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-VSCode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-Git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-GitHub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-Google Maps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-Poetry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-Requests library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-Unit test library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</a:t>
            </a:r>
            <a:r>
              <a:rPr lang="en"/>
              <a:t> cont.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61100"/>
            <a:ext cx="726815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</a:t>
            </a:r>
            <a:r>
              <a:rPr lang="en"/>
              <a:t>Architecture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425" y="1017725"/>
            <a:ext cx="3939152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 Design</a:t>
            </a:r>
            <a:endParaRPr/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925" y="1017725"/>
            <a:ext cx="588815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Matti Design</a:t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5675" y="1054200"/>
            <a:ext cx="6712658" cy="1933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050" y="3185797"/>
            <a:ext cx="2575235" cy="1850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Jackie’s Design</a:t>
            </a:r>
            <a:endParaRPr/>
          </a:p>
        </p:txBody>
      </p:sp>
      <p:pic>
        <p:nvPicPr>
          <p:cNvPr id="122" name="Google Shape;122;p24" title="image_2025-12-03_1622515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8250" y="2333500"/>
            <a:ext cx="192405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4" title="image_2025-12-03_1624290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775" y="1170125"/>
            <a:ext cx="6603450" cy="35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Matti: AllergyInfo, Allergies CSV, Runner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Jackie - DataOrganizer, UserLocation, Location CSV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Combined contribution: App, GoogleMaps, Testing, Diagramming, Refactoring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